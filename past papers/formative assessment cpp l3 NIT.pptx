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L3 </a:t>
            </a:r>
            <a:r>
              <a:rPr lang="en-US" dirty="0" smtClean="0"/>
              <a:t>NIT – C PROGRAMMING FUNDAMENTALS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FORMATIVE ASSESSMENT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13954"/>
            <a:ext cx="1093361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buFont typeface="+mj-lt"/>
              <a:buAutoNum type="arabicPeriod"/>
            </a:pPr>
            <a:r>
              <a:rPr lang="en-US" sz="4800" dirty="0"/>
              <a:t>What is a computer programming language? /</a:t>
            </a:r>
            <a:r>
              <a:rPr lang="en-US" sz="4800" dirty="0" smtClean="0"/>
              <a:t>2marks</a:t>
            </a:r>
            <a:endParaRPr lang="en-US" sz="4800" dirty="0"/>
          </a:p>
          <a:p>
            <a:pPr marL="914400" indent="-914400">
              <a:buFont typeface="+mj-lt"/>
              <a:buAutoNum type="arabicPeriod"/>
            </a:pPr>
            <a:r>
              <a:rPr lang="en-US" sz="4800" dirty="0" smtClean="0"/>
              <a:t>What </a:t>
            </a:r>
            <a:r>
              <a:rPr lang="en-US" sz="4800" dirty="0"/>
              <a:t>is a computer programming IDE</a:t>
            </a:r>
            <a:r>
              <a:rPr lang="en-US" sz="4800" dirty="0" smtClean="0"/>
              <a:t>? </a:t>
            </a:r>
            <a:r>
              <a:rPr lang="en-US" sz="4800" dirty="0"/>
              <a:t>/</a:t>
            </a:r>
            <a:r>
              <a:rPr lang="en-US" sz="4800" dirty="0" smtClean="0"/>
              <a:t>2marks </a:t>
            </a:r>
            <a:endParaRPr lang="en-US" sz="4800" dirty="0"/>
          </a:p>
          <a:p>
            <a:pPr marL="914400" indent="-914400">
              <a:buFont typeface="+mj-lt"/>
              <a:buAutoNum type="arabicPeriod"/>
            </a:pPr>
            <a:r>
              <a:rPr lang="en-US" sz="4800" dirty="0"/>
              <a:t>Enumerate 2 role of programming IDE </a:t>
            </a:r>
            <a:r>
              <a:rPr lang="en-US" sz="4800" dirty="0" smtClean="0"/>
              <a:t>you know/2marks</a:t>
            </a:r>
            <a:endParaRPr lang="en-US" sz="4800" dirty="0"/>
          </a:p>
          <a:p>
            <a:pPr marL="914400" indent="-914400">
              <a:buFont typeface="+mj-lt"/>
              <a:buAutoNum type="arabicPeriod"/>
            </a:pPr>
            <a:r>
              <a:rPr lang="en-US" sz="4800" dirty="0"/>
              <a:t>Give 2 types of programming languages</a:t>
            </a:r>
            <a:r>
              <a:rPr lang="en-US" sz="4800" dirty="0" smtClean="0"/>
              <a:t>.</a:t>
            </a:r>
            <a:r>
              <a:rPr lang="en-US" sz="4800" dirty="0"/>
              <a:t> /</a:t>
            </a:r>
            <a:r>
              <a:rPr lang="en-US" sz="4800" dirty="0" smtClean="0"/>
              <a:t>2marks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50539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13954"/>
            <a:ext cx="109336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5. What is/define </a:t>
            </a:r>
            <a:r>
              <a:rPr lang="en-US" sz="4800" dirty="0"/>
              <a:t>a flowchart? /2marks</a:t>
            </a:r>
          </a:p>
          <a:p>
            <a:r>
              <a:rPr lang="en-US" sz="4800" dirty="0" smtClean="0"/>
              <a:t>6</a:t>
            </a:r>
            <a:r>
              <a:rPr lang="en-US" sz="4800" dirty="0" smtClean="0"/>
              <a:t>. What </a:t>
            </a:r>
            <a:r>
              <a:rPr lang="en-US" sz="4800" dirty="0"/>
              <a:t>are the </a:t>
            </a:r>
            <a:r>
              <a:rPr lang="en-US" sz="4800" dirty="0" err="1"/>
              <a:t>importances</a:t>
            </a:r>
            <a:r>
              <a:rPr lang="en-US" sz="4800" dirty="0"/>
              <a:t> of a flowchart </a:t>
            </a:r>
            <a:r>
              <a:rPr lang="en-US" sz="4800" dirty="0" smtClean="0"/>
              <a:t>? </a:t>
            </a:r>
            <a:r>
              <a:rPr lang="en-US" sz="4800" dirty="0"/>
              <a:t>/</a:t>
            </a:r>
            <a:r>
              <a:rPr lang="en-US" sz="4800" dirty="0" smtClean="0"/>
              <a:t>2marks</a:t>
            </a:r>
          </a:p>
          <a:p>
            <a:r>
              <a:rPr lang="en-US" sz="4800" dirty="0" smtClean="0"/>
              <a:t> 7. What </a:t>
            </a:r>
            <a:r>
              <a:rPr lang="en-US" sz="4800" b="1" u="sng" dirty="0"/>
              <a:t>are symbols</a:t>
            </a:r>
            <a:r>
              <a:rPr lang="en-US" sz="4800" dirty="0"/>
              <a:t> used to design a </a:t>
            </a:r>
            <a:r>
              <a:rPr lang="en-US" sz="4800" dirty="0" smtClean="0"/>
              <a:t>flowchart </a:t>
            </a:r>
            <a:r>
              <a:rPr lang="en-US" sz="4800" b="1" u="sng" dirty="0" smtClean="0"/>
              <a:t>and their role? (use table)</a:t>
            </a:r>
            <a:r>
              <a:rPr lang="en-US" sz="4800" dirty="0"/>
              <a:t> /2marks</a:t>
            </a:r>
          </a:p>
          <a:p>
            <a:endParaRPr lang="en-US" sz="4800" b="1" u="sng" dirty="0"/>
          </a:p>
        </p:txBody>
      </p:sp>
    </p:spTree>
    <p:extLst>
      <p:ext uri="{BB962C8B-B14F-4D97-AF65-F5344CB8AC3E}">
        <p14:creationId xmlns:p14="http://schemas.microsoft.com/office/powerpoint/2010/main" val="202785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13954"/>
            <a:ext cx="109336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8. In </a:t>
            </a:r>
            <a:r>
              <a:rPr lang="en-US" sz="4800" dirty="0"/>
              <a:t>southern province different sectors want to construct the playground for each school. They need calculate the area of each ground using its length and width. Draw a flowchart that will accept the length, width to calculate and print the area of the playground. </a:t>
            </a:r>
            <a:r>
              <a:rPr lang="en-US" sz="4800" dirty="0" smtClean="0"/>
              <a:t>/2marks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70031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613954"/>
            <a:ext cx="109336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9. Explain 2 translators in programming and their role programming /2marks</a:t>
            </a:r>
          </a:p>
          <a:p>
            <a:r>
              <a:rPr lang="en-US" sz="4800" dirty="0" smtClean="0"/>
              <a:t>10. Justify the reason of learning C programming fundamentals </a:t>
            </a:r>
            <a:r>
              <a:rPr lang="en-US" sz="4800" dirty="0" smtClean="0"/>
              <a:t>and </a:t>
            </a:r>
            <a:r>
              <a:rPr lang="en-US" sz="4800" dirty="0" smtClean="0"/>
              <a:t>summarize  key points you have learnt so far /2marks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3082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581</TotalTime>
  <Words>171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FORMATIVE ASSESSMENT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Landry</dc:creator>
  <cp:lastModifiedBy>Landry</cp:lastModifiedBy>
  <cp:revision>7</cp:revision>
  <dcterms:created xsi:type="dcterms:W3CDTF">2025-10-14T05:37:56Z</dcterms:created>
  <dcterms:modified xsi:type="dcterms:W3CDTF">2025-10-20T18:32:40Z</dcterms:modified>
</cp:coreProperties>
</file>