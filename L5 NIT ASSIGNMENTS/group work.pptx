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0122" y="-146222"/>
            <a:ext cx="8825658" cy="3329581"/>
          </a:xfrm>
        </p:spPr>
        <p:txBody>
          <a:bodyPr/>
          <a:lstStyle/>
          <a:p>
            <a:r>
              <a:rPr lang="en-US" sz="1800" dirty="0" smtClean="0">
                <a:latin typeface="Arial Rounded MT Bold" panose="020F0704030504030204" pitchFamily="34" charset="0"/>
              </a:rPr>
              <a:t>1.ISHIMWE Kevin</a:t>
            </a:r>
            <a:br>
              <a:rPr lang="en-US" sz="1800" dirty="0" smtClean="0">
                <a:latin typeface="Arial Rounded MT Bold" panose="020F0704030504030204" pitchFamily="34" charset="0"/>
              </a:rPr>
            </a:br>
            <a:r>
              <a:rPr lang="en-US" sz="1800" dirty="0" smtClean="0">
                <a:latin typeface="Arial Rounded MT Bold" panose="020F0704030504030204" pitchFamily="34" charset="0"/>
              </a:rPr>
              <a:t>2.NTEZIMANA Jean Claude</a:t>
            </a:r>
            <a:br>
              <a:rPr lang="en-US" sz="1800" dirty="0" smtClean="0">
                <a:latin typeface="Arial Rounded MT Bold" panose="020F0704030504030204" pitchFamily="34" charset="0"/>
              </a:rPr>
            </a:br>
            <a:r>
              <a:rPr lang="en-US" sz="1800" dirty="0" smtClean="0">
                <a:latin typeface="Arial Rounded MT Bold" panose="020F0704030504030204" pitchFamily="34" charset="0"/>
              </a:rPr>
              <a:t>3.RWAGATARE </a:t>
            </a:r>
            <a:r>
              <a:rPr lang="en-US" sz="1800" dirty="0" smtClean="0">
                <a:latin typeface="Arial Rounded MT Bold" panose="020F0704030504030204" pitchFamily="34" charset="0"/>
              </a:rPr>
              <a:t> </a:t>
            </a:r>
            <a:r>
              <a:rPr lang="en-US" sz="1800" dirty="0" err="1" smtClean="0">
                <a:latin typeface="Arial Rounded MT Bold" panose="020F0704030504030204" pitchFamily="34" charset="0"/>
              </a:rPr>
              <a:t>Djafari</a:t>
            </a:r>
            <a:r>
              <a:rPr lang="en-US" sz="1800" dirty="0" smtClean="0">
                <a:latin typeface="Arial Rounded MT Bold" panose="020F0704030504030204" pitchFamily="34" charset="0"/>
              </a:rPr>
              <a:t/>
            </a:r>
            <a:br>
              <a:rPr lang="en-US" sz="1800" dirty="0" smtClean="0">
                <a:latin typeface="Arial Rounded MT Bold" panose="020F0704030504030204" pitchFamily="34" charset="0"/>
              </a:rPr>
            </a:br>
            <a:r>
              <a:rPr lang="en-US" sz="1800" dirty="0" smtClean="0">
                <a:latin typeface="Arial Rounded MT Bold" panose="020F0704030504030204" pitchFamily="34" charset="0"/>
              </a:rPr>
              <a:t>4.NIYIGENA </a:t>
            </a:r>
            <a:r>
              <a:rPr lang="en-US" sz="1800" dirty="0" smtClean="0">
                <a:latin typeface="Arial Rounded MT Bold" panose="020F0704030504030204" pitchFamily="34" charset="0"/>
              </a:rPr>
              <a:t> </a:t>
            </a:r>
            <a:r>
              <a:rPr lang="en-US" sz="1800" dirty="0" err="1" smtClean="0">
                <a:latin typeface="Arial Rounded MT Bold" panose="020F0704030504030204" pitchFamily="34" charset="0"/>
              </a:rPr>
              <a:t>Alanthese</a:t>
            </a:r>
            <a:endParaRPr lang="en-US" sz="1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9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PREPARATION OF PYTHON                                        </a:t>
            </a:r>
            <a:br>
              <a:rPr lang="en-US" dirty="0" smtClean="0"/>
            </a:br>
            <a:r>
              <a:rPr lang="en-US" dirty="0" smtClean="0"/>
              <a:t>           ENVIRONMENT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816541"/>
          </a:xfrm>
        </p:spPr>
        <p:txBody>
          <a:bodyPr>
            <a:normAutofit/>
          </a:bodyPr>
          <a:lstStyle/>
          <a:p>
            <a:r>
              <a:rPr lang="en-US" dirty="0" smtClean="0"/>
              <a:t>STEP1:Go to the browser and then search  Python</a:t>
            </a:r>
          </a:p>
          <a:p>
            <a:r>
              <a:rPr lang="en-US" dirty="0" smtClean="0"/>
              <a:t>STEP2:After click on this link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STEP3:Then you see the download button the click on it.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01" y="3026741"/>
            <a:ext cx="6401693" cy="1362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01" y="5362829"/>
            <a:ext cx="6310631" cy="149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7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STEP4:After download completed show your setup in folder then Run as  administrator then installation starts by enabling the following path . After enabling path click install now button.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455" y="3159334"/>
            <a:ext cx="4114800" cy="30890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318" y="3159334"/>
            <a:ext cx="4303294" cy="308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9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4507" y="291067"/>
            <a:ext cx="1162447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STEP5:Then  after installation finished click close button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STEP6:At this step Python is already installed in your laptop after installation finished we have to check </a:t>
            </a:r>
          </a:p>
          <a:p>
            <a:r>
              <a:rPr lang="en-US" dirty="0" smtClean="0"/>
              <a:t>If our python is installed properly by  clicking win + R and then write CMD.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85" y="728139"/>
            <a:ext cx="4708740" cy="30283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85" y="4828207"/>
            <a:ext cx="4708740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1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513" y="291069"/>
            <a:ext cx="85539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STEP7:Write this command in CMD in order to check if it is correctly installed </a:t>
            </a:r>
          </a:p>
          <a:p>
            <a:r>
              <a:rPr lang="en-US" dirty="0" smtClean="0"/>
              <a:t>Python –v when you  write this command and press it show his directories.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091" y="937400"/>
            <a:ext cx="5727857" cy="27531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873" y="4176583"/>
            <a:ext cx="5603075" cy="268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97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081" y="253999"/>
            <a:ext cx="10394192" cy="56323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STEP8:After this completed successful you can start to write your program in your python IDE</a:t>
            </a:r>
          </a:p>
          <a:p>
            <a:r>
              <a:rPr lang="en-US" dirty="0" smtClean="0"/>
              <a:t>For example :I am going to write program </a:t>
            </a:r>
            <a:r>
              <a:rPr lang="en-US" dirty="0"/>
              <a:t> </a:t>
            </a:r>
            <a:r>
              <a:rPr lang="en-US" dirty="0" smtClean="0"/>
              <a:t>that will add 5 numbers</a:t>
            </a:r>
          </a:p>
          <a:p>
            <a:r>
              <a:rPr lang="en-US" dirty="0" smtClean="0"/>
              <a:t>a=10</a:t>
            </a:r>
          </a:p>
          <a:p>
            <a:r>
              <a:rPr lang="en-US" dirty="0" smtClean="0"/>
              <a:t>b=20</a:t>
            </a:r>
          </a:p>
          <a:p>
            <a:r>
              <a:rPr lang="en-US" dirty="0" smtClean="0"/>
              <a:t>c=10</a:t>
            </a:r>
          </a:p>
          <a:p>
            <a:r>
              <a:rPr lang="en-US" dirty="0" smtClean="0"/>
              <a:t>d=15</a:t>
            </a:r>
          </a:p>
          <a:p>
            <a:r>
              <a:rPr lang="en-US" dirty="0" smtClean="0"/>
              <a:t>e=30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514" y="2416040"/>
            <a:ext cx="7030994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90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1700" y="312875"/>
            <a:ext cx="1164126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STEP9: </a:t>
            </a:r>
            <a:r>
              <a:rPr lang="en-US" dirty="0" smtClean="0">
                <a:latin typeface="Arial Rounded MT Bold" panose="020F0704030504030204" pitchFamily="34" charset="0"/>
              </a:rPr>
              <a:t>It is not only this program you can also write program with Visual Studio Code by adding</a:t>
            </a:r>
          </a:p>
          <a:p>
            <a:r>
              <a:rPr lang="en-US" dirty="0" smtClean="0">
                <a:latin typeface="Arial Rounded MT Bold" panose="020F0704030504030204" pitchFamily="34" charset="0"/>
              </a:rPr>
              <a:t>Python extension and then you can start to create python program using visual studio code (VS CODE).</a:t>
            </a:r>
          </a:p>
          <a:p>
            <a:endParaRPr lang="en-US" dirty="0" smtClean="0">
              <a:latin typeface="Arial Rounded MT Bold" panose="020F0704030504030204" pitchFamily="34" charset="0"/>
            </a:endParaRP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60" y="1062318"/>
            <a:ext cx="10421470" cy="568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78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322</TotalTime>
  <Words>213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Century Gothic</vt:lpstr>
      <vt:lpstr>Wingdings 3</vt:lpstr>
      <vt:lpstr>Ion</vt:lpstr>
      <vt:lpstr>1.ISHIMWE Kevin 2.NTEZIMANA Jean Claude 3.RWAGATARE  Djafari 4.NIYIGENA  Alanthese</vt:lpstr>
      <vt:lpstr>PREPARATION OF PYTHON                                                    ENVIRONMENT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1.ISHIMWE Kevin 2.NTEZIMANA Jean Claude 3.RWAGATARE Djafari 4.NIYIGENA Alanthese</dc:title>
  <dc:creator>Mukunzi</dc:creator>
  <cp:lastModifiedBy>Mukunzi</cp:lastModifiedBy>
  <cp:revision>10</cp:revision>
  <dcterms:created xsi:type="dcterms:W3CDTF">2025-09-16T06:05:40Z</dcterms:created>
  <dcterms:modified xsi:type="dcterms:W3CDTF">2025-09-16T11:34:13Z</dcterms:modified>
</cp:coreProperties>
</file>